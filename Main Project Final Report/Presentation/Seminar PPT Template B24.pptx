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2"/>
  </p:notesMasterIdLst>
  <p:handoutMasterIdLst>
    <p:handoutMasterId r:id="rId23"/>
  </p:handoutMasterIdLst>
  <p:sldIdLst>
    <p:sldId id="410" r:id="rId5"/>
    <p:sldId id="383" r:id="rId6"/>
    <p:sldId id="391" r:id="rId7"/>
    <p:sldId id="411" r:id="rId8"/>
    <p:sldId id="412" r:id="rId9"/>
    <p:sldId id="408" r:id="rId10"/>
    <p:sldId id="413" r:id="rId11"/>
    <p:sldId id="420" r:id="rId12"/>
    <p:sldId id="421" r:id="rId13"/>
    <p:sldId id="422" r:id="rId14"/>
    <p:sldId id="418" r:id="rId15"/>
    <p:sldId id="419" r:id="rId16"/>
    <p:sldId id="414" r:id="rId17"/>
    <p:sldId id="415" r:id="rId18"/>
    <p:sldId id="416" r:id="rId19"/>
    <p:sldId id="417" r:id="rId20"/>
    <p:sldId id="398" r:id="rId21"/>
  </p:sldIdLst>
  <p:sldSz cx="12192000" cy="6858000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6327" autoAdjust="0"/>
  </p:normalViewPr>
  <p:slideViewPr>
    <p:cSldViewPr snapToGrid="0">
      <p:cViewPr>
        <p:scale>
          <a:sx n="66" d="100"/>
          <a:sy n="66" d="100"/>
        </p:scale>
        <p:origin x="900" y="19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pPr/>
              <a:t>1/23/2026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pPr/>
              <a:t>1/23/2026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305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logo with a bull in the center&#10;&#10;Description automatically generated">
            <a:extLst>
              <a:ext uri="{FF2B5EF4-FFF2-40B4-BE49-F238E27FC236}">
                <a16:creationId xmlns:a16="http://schemas.microsoft.com/office/drawing/2014/main" id="{C2D5C6BF-4AD7-D107-7D8E-369740A05ADB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6273" y="6178613"/>
            <a:ext cx="523240" cy="57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eee.org/documents/ieeecitationref.pdf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523" y="333452"/>
            <a:ext cx="9889755" cy="548537"/>
          </a:xfrm>
        </p:spPr>
        <p:txBody>
          <a:bodyPr/>
          <a:lstStyle/>
          <a:p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Siddaganga Institute of Technology, Tumkur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3832313-2DB6-5813-E9EC-631E15D3AC49}"/>
              </a:ext>
            </a:extLst>
          </p:cNvPr>
          <p:cNvSpPr txBox="1">
            <a:spLocks/>
          </p:cNvSpPr>
          <p:nvPr/>
        </p:nvSpPr>
        <p:spPr>
          <a:xfrm>
            <a:off x="1353401" y="881989"/>
            <a:ext cx="9276932" cy="8434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Master of Computer Applications 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(Program Accredited by NBA)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EEEA41-E99A-C682-DF3E-38789F47322B}"/>
              </a:ext>
            </a:extLst>
          </p:cNvPr>
          <p:cNvSpPr txBox="1">
            <a:spLocks/>
          </p:cNvSpPr>
          <p:nvPr/>
        </p:nvSpPr>
        <p:spPr>
          <a:xfrm>
            <a:off x="1219523" y="4664566"/>
            <a:ext cx="2568055" cy="52816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Prashanth G K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870284-5AB4-EA58-8C04-51E216D48E1C}"/>
              </a:ext>
            </a:extLst>
          </p:cNvPr>
          <p:cNvSpPr txBox="1">
            <a:spLocks/>
          </p:cNvSpPr>
          <p:nvPr/>
        </p:nvSpPr>
        <p:spPr>
          <a:xfrm>
            <a:off x="3254047" y="3332752"/>
            <a:ext cx="8256897" cy="52816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Code-A-Thon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4162F6-ABFE-2AC7-D9CB-F0E03B2D86A8}"/>
              </a:ext>
            </a:extLst>
          </p:cNvPr>
          <p:cNvSpPr txBox="1">
            <a:spLocks/>
          </p:cNvSpPr>
          <p:nvPr/>
        </p:nvSpPr>
        <p:spPr>
          <a:xfrm>
            <a:off x="6914778" y="5976011"/>
            <a:ext cx="4194500" cy="52816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Jeevan G  (1SI24MC019)</a:t>
            </a:r>
          </a:p>
        </p:txBody>
      </p:sp>
      <p:pic>
        <p:nvPicPr>
          <p:cNvPr id="9" name="Picture 8" descr="A person with orange turban and white powder on his face&#10;&#10;Description automatically generated">
            <a:extLst>
              <a:ext uri="{FF2B5EF4-FFF2-40B4-BE49-F238E27FC236}">
                <a16:creationId xmlns:a16="http://schemas.microsoft.com/office/drawing/2014/main" id="{A3031DD0-D82F-63BC-4FA3-4053FCF10E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5" y="68355"/>
            <a:ext cx="1110518" cy="1456445"/>
          </a:xfrm>
          <a:prstGeom prst="rect">
            <a:avLst/>
          </a:prstGeom>
        </p:spPr>
      </p:pic>
      <p:pic>
        <p:nvPicPr>
          <p:cNvPr id="11" name="Picture 10" descr="A person with white powder on his face&#10;&#10;Description automatically generated">
            <a:extLst>
              <a:ext uri="{FF2B5EF4-FFF2-40B4-BE49-F238E27FC236}">
                <a16:creationId xmlns:a16="http://schemas.microsoft.com/office/drawing/2014/main" id="{BFE6F199-2B55-6B00-FBD6-A28EF5CE46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2633" y="187784"/>
            <a:ext cx="1310362" cy="133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4660663" cy="3709987"/>
          </a:xfrm>
        </p:spPr>
        <p:txBody>
          <a:bodyPr tIns="457200">
            <a:normAutofit fontScale="85000" lnSpcReduction="10000"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Methodology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 and Future Enhancement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Abstract(One Slide)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70370" y="2301106"/>
            <a:ext cx="9655584" cy="37004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Code-A-Thon Online Assessment Platform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web-based system designed to conduct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scalable, and efficient online examinations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consisting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multiple-choice questions (MCQs) and coding challenges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Traditional examination systems face challenges such as lack of automation, scalability issues, delayed evaluation, and limited flexibility in exam creation.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overcome these limitations by providing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dynamic, role-based assessment platform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MERN stack (MongoDB, Express.js, React.js, Node.js)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platform enables administrators to create exams, manage questions, schedule assessments, and evaluate results efficiently. Students can securely log in, attempt exams within a time limit, submit answers, and view results.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exam flow, automatic MCQ evaluation, coding question submission, and centralized data management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platform is designed to be scalable, user-friendly, and adaptable for academic institutions and technical recruitment processes.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 One Slide)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1418" y="2050473"/>
            <a:ext cx="8700655" cy="440574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rapid growth of online education and recruitment, there is a strong need for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online examination platforms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Existing systems often lack flexibility, scalability, or automation.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and semi-automated examination systems are: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Error-prone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scale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in evaluation</a:t>
            </a:r>
          </a:p>
          <a:p>
            <a:pPr mar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and Scope 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this project is to design and develop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automated online assessment platform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supports both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MCQ and coding-based evaluations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/ Administrators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Organizations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874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817" y="494760"/>
            <a:ext cx="10873740" cy="168020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93EAF1D-C04A-2B18-6117-6E82FA60D67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2162630" y="2766597"/>
            <a:ext cx="895712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online assessment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the MERN stack.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exam and question management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administrators.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secure, automated evaluation and result generation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students.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Literature Survey (2 or 3 slides)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>
          <a:xfrm>
            <a:off x="1508760" y="2690380"/>
            <a:ext cx="9408622" cy="359747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b="1" dirty="0"/>
              <a:t> </a:t>
            </a:r>
            <a:r>
              <a:rPr lang="en-US" dirty="0"/>
              <a:t>A summary (table form) of the publication’s main points.</a:t>
            </a:r>
          </a:p>
          <a:p>
            <a:pPr>
              <a:buFont typeface="Arial" pitchFamily="34" charset="0"/>
              <a:buChar char="•"/>
            </a:pPr>
            <a:r>
              <a:rPr lang="en-US" b="1" dirty="0"/>
              <a:t> </a:t>
            </a:r>
            <a:r>
              <a:rPr lang="en-US" dirty="0"/>
              <a:t>A discussion of gaps identified in research used for the proposed project.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580504" y="2496416"/>
            <a:ext cx="10752513" cy="355802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 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 &amp; Roles :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 and question management</a:t>
            </a:r>
          </a:p>
          <a:p>
            <a:pPr>
              <a:spcBef>
                <a:spcPts val="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 participation</a:t>
            </a:r>
          </a:p>
          <a:p>
            <a:pPr>
              <a:spcBef>
                <a:spcPts val="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Evaluation and data storage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633CA-9163-063F-A210-8C83EDEAF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0B930-0DDF-DCF7-269C-CB38900CA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999BE-AA2C-F987-4A9C-6A6349ED6B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0504" y="2496416"/>
            <a:ext cx="10752513" cy="355802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details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details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and answers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Submissions and results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creates exam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registers and logs in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attempted within time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evaluation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generation</a:t>
            </a:r>
          </a:p>
        </p:txBody>
      </p:sp>
    </p:spTree>
    <p:extLst>
      <p:ext uri="{BB962C8B-B14F-4D97-AF65-F5344CB8AC3E}">
        <p14:creationId xmlns:p14="http://schemas.microsoft.com/office/powerpoint/2010/main" val="2471744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440F-00E3-1C59-53C8-A7ED097F1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4DC6-A926-3BF4-EF82-4FB43A6B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79F51-CEFC-6839-04D9-32E78BD2E20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0504" y="2496416"/>
            <a:ext cx="10752513" cy="3558020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endParaRPr lang="en-IN" sz="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i3 or higher</a:t>
            </a:r>
          </a:p>
          <a:p>
            <a:pPr>
              <a:spcBef>
                <a:spcPts val="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8 GB</a:t>
            </a:r>
          </a:p>
          <a:p>
            <a:pPr>
              <a:spcBef>
                <a:spcPts val="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100 GB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endParaRPr lang="en-IN" sz="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React.js</a:t>
            </a:r>
          </a:p>
          <a:p>
            <a:pPr>
              <a:spcBef>
                <a:spcPts val="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Node.js, Express.js</a:t>
            </a:r>
          </a:p>
          <a:p>
            <a:pPr>
              <a:spcBef>
                <a:spcPts val="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MongoDB</a:t>
            </a:r>
          </a:p>
          <a:p>
            <a:pPr>
              <a:spcBef>
                <a:spcPts val="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VS Code, Git, Browser</a:t>
            </a:r>
          </a:p>
        </p:txBody>
      </p:sp>
    </p:spTree>
    <p:extLst>
      <p:ext uri="{BB962C8B-B14F-4D97-AF65-F5344CB8AC3E}">
        <p14:creationId xmlns:p14="http://schemas.microsoft.com/office/powerpoint/2010/main" val="3034246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DF402-C3BE-3D68-4778-3E8460F89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2F28-CE84-1A17-21F4-788128CBA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B12DF-A452-EC3F-F5B3-1CA602950DA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0504" y="2496416"/>
            <a:ext cx="10752513" cy="3558020"/>
          </a:xfrm>
        </p:spPr>
        <p:txBody>
          <a:bodyPr>
            <a:normAutofit lnSpcReduction="10000"/>
          </a:bodyPr>
          <a:lstStyle/>
          <a:p>
            <a:pPr>
              <a:lnSpc>
                <a:spcPct val="2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creation and scheduling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MCQ and coding question support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generation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</a:t>
            </a:r>
          </a:p>
        </p:txBody>
      </p:sp>
    </p:spTree>
    <p:extLst>
      <p:ext uri="{BB962C8B-B14F-4D97-AF65-F5344CB8AC3E}">
        <p14:creationId xmlns:p14="http://schemas.microsoft.com/office/powerpoint/2010/main" val="1928282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management Continued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3" algn="l" rtl="0">
              <a:lnSpc>
                <a:spcPct val="80000"/>
              </a:lnSpc>
              <a:spcBef>
                <a:spcPct val="0"/>
              </a:spcBef>
            </a:pP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9159240" cy="3597470"/>
          </a:xfrm>
        </p:spPr>
        <p:txBody>
          <a:bodyPr/>
          <a:lstStyle/>
          <a:p>
            <a:r>
              <a:rPr lang="en-US" dirty="0"/>
              <a:t>Process or algorithm involved (Optional)</a:t>
            </a:r>
          </a:p>
          <a:p>
            <a:endParaRPr lang="en-US" dirty="0"/>
          </a:p>
          <a:p>
            <a:r>
              <a:rPr lang="en-US" dirty="0"/>
              <a:t>Testing and Validation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46760" y="430529"/>
            <a:ext cx="9778365" cy="149459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10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Project management Continued</a:t>
            </a:r>
            <a:endParaRPr kumimoji="0" lang="en-US" sz="4400" b="1" i="0" u="none" strike="noStrike" kern="1200" cap="none" spc="1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278129"/>
            <a:ext cx="10156767" cy="1494596"/>
          </a:xfrm>
        </p:spPr>
        <p:txBody>
          <a:bodyPr/>
          <a:lstStyle/>
          <a:p>
            <a:r>
              <a:rPr lang="en-US" dirty="0"/>
              <a:t>Results and Discussion: (1 or 2 slides)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6"/>
          </p:nvPr>
        </p:nvSpPr>
        <p:spPr>
          <a:xfrm>
            <a:off x="1233056" y="2676525"/>
            <a:ext cx="9139670" cy="3597470"/>
          </a:xfrm>
        </p:spPr>
        <p:txBody>
          <a:bodyPr/>
          <a:lstStyle/>
          <a:p>
            <a:r>
              <a:rPr lang="en-US" dirty="0"/>
              <a:t>Snap shots in chronological order with </a:t>
            </a:r>
            <a:r>
              <a:rPr lang="en-US" b="1" dirty="0"/>
              <a:t>brief explanation mandatory</a:t>
            </a:r>
            <a:r>
              <a:rPr lang="en-US" dirty="0"/>
              <a:t>/ analysis of the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and Future Enhancement (1 slide)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2838797" y="2551834"/>
            <a:ext cx="7607531" cy="3597470"/>
          </a:xfrm>
        </p:spPr>
        <p:txBody>
          <a:bodyPr/>
          <a:lstStyle/>
          <a:p>
            <a:r>
              <a:rPr lang="en-US" b="1" u="sng" dirty="0"/>
              <a:t>Conclusions</a:t>
            </a:r>
          </a:p>
          <a:p>
            <a:endParaRPr lang="en-US" b="1" u="sng" dirty="0"/>
          </a:p>
          <a:p>
            <a:r>
              <a:rPr lang="en-US" b="1" u="sng" dirty="0"/>
              <a:t>Future Enhancement</a:t>
            </a:r>
          </a:p>
          <a:p>
            <a:endParaRPr lang="en-US" b="1" u="sng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Details (1 slide)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1273233" y="2731943"/>
            <a:ext cx="9436331" cy="2505075"/>
          </a:xfrm>
        </p:spPr>
        <p:txBody>
          <a:bodyPr>
            <a:normAutofit/>
          </a:bodyPr>
          <a:lstStyle/>
          <a:p>
            <a:r>
              <a:rPr lang="en-US" dirty="0"/>
              <a:t>List of chapters to prepare project report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References ( 2 or 3 slides)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10516985" cy="3597470"/>
          </a:xfrm>
        </p:spPr>
        <p:txBody>
          <a:bodyPr/>
          <a:lstStyle/>
          <a:p>
            <a:r>
              <a:rPr lang="en-US" dirty="0"/>
              <a:t>(IEEE style is used mainly in Electronic and Electrical Engineering and Computer Science. This style sheet gives general guidelines based on the IEEE’s citation and referencing guide: </a:t>
            </a:r>
            <a:r>
              <a:rPr lang="en-US" dirty="0">
                <a:hlinkClick r:id="rId2"/>
              </a:rPr>
              <a:t>https://www.ieee.org/documents/ieeecitationref.pdf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16c05727-aa75-4e4a-9b5f-8a80a1165891"/>
    <ds:schemaRef ds:uri="http://purl.org/dc/terms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sharepoint/v3"/>
    <ds:schemaRef ds:uri="http://www.w3.org/XML/1998/namespace"/>
    <ds:schemaRef ds:uri="http://purl.org/dc/dcmitype/"/>
    <ds:schemaRef ds:uri="http://schemas.microsoft.com/office/infopath/2007/PartnerControls"/>
    <ds:schemaRef ds:uri="230e9df3-be65-4c73-a93b-d1236ebd677e"/>
    <ds:schemaRef ds:uri="71af3243-3dd4-4a8d-8c0d-dd76da1f02a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187</TotalTime>
  <Words>644</Words>
  <Application>Microsoft Office PowerPoint</Application>
  <PresentationFormat>Widescreen</PresentationFormat>
  <Paragraphs>107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Franklin Gothic Book</vt:lpstr>
      <vt:lpstr>Franklin Gothic Demi</vt:lpstr>
      <vt:lpstr>Times New Roman</vt:lpstr>
      <vt:lpstr>Wingdings</vt:lpstr>
      <vt:lpstr>Custom</vt:lpstr>
      <vt:lpstr>Siddaganga Institute of Technology, Tumkur</vt:lpstr>
      <vt:lpstr>Agenda</vt:lpstr>
      <vt:lpstr>Abstract(One Slide) </vt:lpstr>
      <vt:lpstr>Introduction ( One Slide)</vt:lpstr>
      <vt:lpstr>Project Objectives </vt:lpstr>
      <vt:lpstr>Literature Survey (2 or 3 slides) </vt:lpstr>
      <vt:lpstr>Project Methodology</vt:lpstr>
      <vt:lpstr>Project Methodology</vt:lpstr>
      <vt:lpstr>Project Methodology</vt:lpstr>
      <vt:lpstr>Project Methodology</vt:lpstr>
      <vt:lpstr>Project management Continued</vt:lpstr>
      <vt:lpstr> </vt:lpstr>
      <vt:lpstr>Results and Discussion: (1 or 2 slides)</vt:lpstr>
      <vt:lpstr>Conclusions and Future Enhancement (1 slide)</vt:lpstr>
      <vt:lpstr>Chapter Details (1 slide)</vt:lpstr>
      <vt:lpstr>References ( 2 or 3 slides)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Siddaganga Institute of Technology, Tumkur</dc:title>
  <dc:creator>Prashanth  G K</dc:creator>
  <cp:lastModifiedBy>Chandu G</cp:lastModifiedBy>
  <cp:revision>15</cp:revision>
  <cp:lastPrinted>2026-01-22T05:37:14Z</cp:lastPrinted>
  <dcterms:created xsi:type="dcterms:W3CDTF">2024-06-08T06:40:30Z</dcterms:created>
  <dcterms:modified xsi:type="dcterms:W3CDTF">2026-01-23T06:06:51Z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